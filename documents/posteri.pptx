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4"/>
  </p:sldMasterIdLst>
  <p:notesMasterIdLst>
    <p:notesMasterId r:id="rId6"/>
  </p:notesMasterIdLst>
  <p:sldIdLst>
    <p:sldId id="256" r:id="rId5"/>
  </p:sldIdLst>
  <p:sldSz cx="9601200" cy="12801600" type="A3"/>
  <p:notesSz cx="6858000" cy="9144000"/>
  <p:embeddedFontLst>
    <p:embeddedFont>
      <p:font typeface="Arial Narrow" panose="020B06060202020A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7A9E5-91E6-8BB2-A568-8F49C0E66D0A}" v="17" dt="2026-02-20T14:59:38.725"/>
    <p1510:client id="{A83FF37C-77A4-E8DB-1C87-12D4E87625CD}" v="5" dt="2026-02-20T16:54:18.821"/>
    <p1510:client id="{BCFC3F3E-AF3F-24F8-C78F-39EEE324B482}" v="9" dt="2026-02-20T16:53:34.201"/>
    <p1510:client id="{D5742186-005F-A665-4320-9EF6E8F17A7D}" v="769" dt="2026-02-20T21:18:28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ikka Koskinen" userId="S::t3kove02@students.oamk.fi::2544135e-b4d9-444b-8733-3e3b8946b51f" providerId="AD" clId="Web-{FC055485-CD22-D779-C249-9243CBCEBAB4}"/>
    <pc:docChg chg="modSld">
      <pc:chgData name="Veikka Koskinen" userId="S::t3kove02@students.oamk.fi::2544135e-b4d9-444b-8733-3e3b8946b51f" providerId="AD" clId="Web-{FC055485-CD22-D779-C249-9243CBCEBAB4}" dt="2026-02-18T17:21:43.814" v="1" actId="20577"/>
      <pc:docMkLst>
        <pc:docMk/>
      </pc:docMkLst>
      <pc:sldChg chg="modSp">
        <pc:chgData name="Veikka Koskinen" userId="S::t3kove02@students.oamk.fi::2544135e-b4d9-444b-8733-3e3b8946b51f" providerId="AD" clId="Web-{FC055485-CD22-D779-C249-9243CBCEBAB4}" dt="2026-02-18T17:21:43.814" v="1" actId="20577"/>
        <pc:sldMkLst>
          <pc:docMk/>
          <pc:sldMk cId="0" sldId="256"/>
        </pc:sldMkLst>
        <pc:spChg chg="mod">
          <ac:chgData name="Veikka Koskinen" userId="S::t3kove02@students.oamk.fi::2544135e-b4d9-444b-8733-3e3b8946b51f" providerId="AD" clId="Web-{FC055485-CD22-D779-C249-9243CBCEBAB4}" dt="2026-02-18T17:21:43.814" v="1" actId="20577"/>
          <ac:spMkLst>
            <pc:docMk/>
            <pc:sldMk cId="0" sldId="256"/>
            <ac:spMk id="33" creationId="{00000000-0000-0000-0000-000000000000}"/>
          </ac:spMkLst>
        </pc:spChg>
      </pc:sldChg>
    </pc:docChg>
  </pc:docChgLst>
  <pc:docChgLst>
    <pc:chgData name="Topias Perälä" userId="S::t3peto02@students.oamk.fi::ded6b0cc-840e-48d6-bfe7-b75284e1afbf" providerId="AD" clId="Web-{E369B4A3-D593-44F6-D3D6-7DE712ADE2C7}"/>
    <pc:docChg chg="modSld">
      <pc:chgData name="Topias Perälä" userId="S::t3peto02@students.oamk.fi::ded6b0cc-840e-48d6-bfe7-b75284e1afbf" providerId="AD" clId="Web-{E369B4A3-D593-44F6-D3D6-7DE712ADE2C7}" dt="2026-02-15T17:29:10.503" v="4" actId="20577"/>
      <pc:docMkLst>
        <pc:docMk/>
      </pc:docMkLst>
      <pc:sldChg chg="modSp">
        <pc:chgData name="Topias Perälä" userId="S::t3peto02@students.oamk.fi::ded6b0cc-840e-48d6-bfe7-b75284e1afbf" providerId="AD" clId="Web-{E369B4A3-D593-44F6-D3D6-7DE712ADE2C7}" dt="2026-02-15T17:29:10.503" v="4" actId="20577"/>
        <pc:sldMkLst>
          <pc:docMk/>
          <pc:sldMk cId="0" sldId="256"/>
        </pc:sldMkLst>
        <pc:spChg chg="mod">
          <ac:chgData name="Topias Perälä" userId="S::t3peto02@students.oamk.fi::ded6b0cc-840e-48d6-bfe7-b75284e1afbf" providerId="AD" clId="Web-{E369B4A3-D593-44F6-D3D6-7DE712ADE2C7}" dt="2026-02-15T17:28:52.409" v="2" actId="1076"/>
          <ac:spMkLst>
            <pc:docMk/>
            <pc:sldMk cId="0" sldId="256"/>
            <ac:spMk id="21" creationId="{7D212599-4D1E-487D-BEF3-D88E6AB7AD30}"/>
          </ac:spMkLst>
        </pc:spChg>
        <pc:spChg chg="mod">
          <ac:chgData name="Topias Perälä" userId="S::t3peto02@students.oamk.fi::ded6b0cc-840e-48d6-bfe7-b75284e1afbf" providerId="AD" clId="Web-{E369B4A3-D593-44F6-D3D6-7DE712ADE2C7}" dt="2026-02-15T17:29:10.503" v="4" actId="20577"/>
          <ac:spMkLst>
            <pc:docMk/>
            <pc:sldMk cId="0" sldId="256"/>
            <ac:spMk id="29" creationId="{00000000-0000-0000-0000-000000000000}"/>
          </ac:spMkLst>
        </pc:spChg>
      </pc:sldChg>
    </pc:docChg>
  </pc:docChgLst>
  <pc:docChgLst>
    <pc:chgData name="Veikka Koskinen" userId="S::t3kove02@students.oamk.fi::2544135e-b4d9-444b-8733-3e3b8946b51f" providerId="AD" clId="Web-{592384C4-D240-E686-1547-303B70A804DC}"/>
    <pc:docChg chg="modSld">
      <pc:chgData name="Veikka Koskinen" userId="S::t3kove02@students.oamk.fi::2544135e-b4d9-444b-8733-3e3b8946b51f" providerId="AD" clId="Web-{592384C4-D240-E686-1547-303B70A804DC}" dt="2026-02-15T17:39:59.030" v="57" actId="20577"/>
      <pc:docMkLst>
        <pc:docMk/>
      </pc:docMkLst>
      <pc:sldChg chg="modSp">
        <pc:chgData name="Veikka Koskinen" userId="S::t3kove02@students.oamk.fi::2544135e-b4d9-444b-8733-3e3b8946b51f" providerId="AD" clId="Web-{592384C4-D240-E686-1547-303B70A804DC}" dt="2026-02-15T17:39:59.030" v="57" actId="20577"/>
        <pc:sldMkLst>
          <pc:docMk/>
          <pc:sldMk cId="0" sldId="256"/>
        </pc:sldMkLst>
        <pc:spChg chg="mod">
          <ac:chgData name="Veikka Koskinen" userId="S::t3kove02@students.oamk.fi::2544135e-b4d9-444b-8733-3e3b8946b51f" providerId="AD" clId="Web-{592384C4-D240-E686-1547-303B70A804DC}" dt="2026-02-15T17:39:59.030" v="57" actId="20577"/>
          <ac:spMkLst>
            <pc:docMk/>
            <pc:sldMk cId="0" sldId="256"/>
            <ac:spMk id="33" creationId="{00000000-0000-0000-0000-000000000000}"/>
          </ac:spMkLst>
        </pc:spChg>
      </pc:sldChg>
    </pc:docChg>
  </pc:docChgLst>
  <pc:docChgLst>
    <pc:chgData name="Tuula Hopeavuori" userId="183598e1-763d-44fe-bc0e-187dad2dbd3f" providerId="ADAL" clId="{33601B5B-B806-49B2-A2CC-B4F197DD9B86}"/>
    <pc:docChg chg="undo custSel modSld">
      <pc:chgData name="Tuula Hopeavuori" userId="183598e1-763d-44fe-bc0e-187dad2dbd3f" providerId="ADAL" clId="{33601B5B-B806-49B2-A2CC-B4F197DD9B86}" dt="2026-01-29T07:25:07.433" v="264" actId="20577"/>
      <pc:docMkLst>
        <pc:docMk/>
      </pc:docMkLst>
      <pc:sldChg chg="modSp mod">
        <pc:chgData name="Tuula Hopeavuori" userId="183598e1-763d-44fe-bc0e-187dad2dbd3f" providerId="ADAL" clId="{33601B5B-B806-49B2-A2CC-B4F197DD9B86}" dt="2026-01-29T07:25:07.433" v="264" actId="20577"/>
        <pc:sldMkLst>
          <pc:docMk/>
          <pc:sldMk cId="0" sldId="256"/>
        </pc:sldMkLst>
        <pc:spChg chg="mod">
          <ac:chgData name="Tuula Hopeavuori" userId="183598e1-763d-44fe-bc0e-187dad2dbd3f" providerId="ADAL" clId="{33601B5B-B806-49B2-A2CC-B4F197DD9B86}" dt="2026-01-29T07:19:09.600" v="30" actId="20577"/>
          <ac:spMkLst>
            <pc:docMk/>
            <pc:sldMk cId="0" sldId="256"/>
            <ac:spMk id="21" creationId="{7D212599-4D1E-487D-BEF3-D88E6AB7AD30}"/>
          </ac:spMkLst>
        </pc:spChg>
        <pc:spChg chg="mod">
          <ac:chgData name="Tuula Hopeavuori" userId="183598e1-763d-44fe-bc0e-187dad2dbd3f" providerId="ADAL" clId="{33601B5B-B806-49B2-A2CC-B4F197DD9B86}" dt="2026-01-29T07:25:07.433" v="264" actId="20577"/>
          <ac:spMkLst>
            <pc:docMk/>
            <pc:sldMk cId="0" sldId="256"/>
            <ac:spMk id="29" creationId="{00000000-0000-0000-0000-000000000000}"/>
          </ac:spMkLst>
        </pc:spChg>
      </pc:sldChg>
    </pc:docChg>
  </pc:docChgLst>
  <pc:docChgLst>
    <pc:chgData name="Niko Alaluusua" userId="S::t2alni00@students.oamk.fi::ab839e4b-ff07-456f-b958-4a71a6b85f2b" providerId="AD" clId="Web-{0A4E575F-586E-795F-166B-BD0EA26DB112}"/>
    <pc:docChg chg="modSld">
      <pc:chgData name="Niko Alaluusua" userId="S::t2alni00@students.oamk.fi::ab839e4b-ff07-456f-b958-4a71a6b85f2b" providerId="AD" clId="Web-{0A4E575F-586E-795F-166B-BD0EA26DB112}" dt="2026-02-15T14:59:07.448" v="32" actId="1076"/>
      <pc:docMkLst>
        <pc:docMk/>
      </pc:docMkLst>
      <pc:sldChg chg="modSp">
        <pc:chgData name="Niko Alaluusua" userId="S::t2alni00@students.oamk.fi::ab839e4b-ff07-456f-b958-4a71a6b85f2b" providerId="AD" clId="Web-{0A4E575F-586E-795F-166B-BD0EA26DB112}" dt="2026-02-15T14:59:07.448" v="32" actId="1076"/>
        <pc:sldMkLst>
          <pc:docMk/>
          <pc:sldMk cId="0" sldId="256"/>
        </pc:sldMkLst>
        <pc:spChg chg="mod">
          <ac:chgData name="Niko Alaluusua" userId="S::t2alni00@students.oamk.fi::ab839e4b-ff07-456f-b958-4a71a6b85f2b" providerId="AD" clId="Web-{0A4E575F-586E-795F-166B-BD0EA26DB112}" dt="2026-02-15T14:59:03.338" v="31" actId="20577"/>
          <ac:spMkLst>
            <pc:docMk/>
            <pc:sldMk cId="0" sldId="256"/>
            <ac:spMk id="33" creationId="{00000000-0000-0000-0000-000000000000}"/>
          </ac:spMkLst>
        </pc:spChg>
      </pc:sldChg>
    </pc:docChg>
  </pc:docChgLst>
  <pc:docChgLst>
    <pc:chgData name="Niko Alaluusua" userId="S::t2alni00@students.oamk.fi::ab839e4b-ff07-456f-b958-4a71a6b85f2b" providerId="AD" clId="Web-{BCFC3F3E-AF3F-24F8-C78F-39EEE324B482}"/>
    <pc:docChg chg="modSld">
      <pc:chgData name="Niko Alaluusua" userId="S::t2alni00@students.oamk.fi::ab839e4b-ff07-456f-b958-4a71a6b85f2b" providerId="AD" clId="Web-{BCFC3F3E-AF3F-24F8-C78F-39EEE324B482}" dt="2026-02-20T16:53:34.201" v="7" actId="1076"/>
      <pc:docMkLst>
        <pc:docMk/>
      </pc:docMkLst>
      <pc:sldChg chg="addSp delSp modSp">
        <pc:chgData name="Niko Alaluusua" userId="S::t2alni00@students.oamk.fi::ab839e4b-ff07-456f-b958-4a71a6b85f2b" providerId="AD" clId="Web-{BCFC3F3E-AF3F-24F8-C78F-39EEE324B482}" dt="2026-02-20T16:53:34.201" v="7" actId="1076"/>
        <pc:sldMkLst>
          <pc:docMk/>
          <pc:sldMk cId="0" sldId="256"/>
        </pc:sldMkLst>
        <pc:picChg chg="del">
          <ac:chgData name="Niko Alaluusua" userId="S::t2alni00@students.oamk.fi::ab839e4b-ff07-456f-b958-4a71a6b85f2b" providerId="AD" clId="Web-{BCFC3F3E-AF3F-24F8-C78F-39EEE324B482}" dt="2026-02-20T16:53:14.920" v="0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Niko Alaluusua" userId="S::t2alni00@students.oamk.fi::ab839e4b-ff07-456f-b958-4a71a6b85f2b" providerId="AD" clId="Web-{BCFC3F3E-AF3F-24F8-C78F-39EEE324B482}" dt="2026-02-20T16:53:34.201" v="7" actId="1076"/>
          <ac:picMkLst>
            <pc:docMk/>
            <pc:sldMk cId="0" sldId="256"/>
            <ac:picMk id="5" creationId="{0C3A6AEA-13BC-DF3E-213C-BD5838D3E950}"/>
          </ac:picMkLst>
        </pc:picChg>
      </pc:sldChg>
    </pc:docChg>
  </pc:docChgLst>
  <pc:docChgLst>
    <pc:chgData name="Niko Alaluusua" userId="S::t2alni00@students.oamk.fi::ab839e4b-ff07-456f-b958-4a71a6b85f2b" providerId="AD" clId="Web-{0758E26C-B29D-E94C-0EFE-4287BBE6358E}"/>
    <pc:docChg chg="modSld">
      <pc:chgData name="Niko Alaluusua" userId="S::t2alni00@students.oamk.fi::ab839e4b-ff07-456f-b958-4a71a6b85f2b" providerId="AD" clId="Web-{0758E26C-B29D-E94C-0EFE-4287BBE6358E}" dt="2026-02-08T17:21:09.949" v="192" actId="20577"/>
      <pc:docMkLst>
        <pc:docMk/>
      </pc:docMkLst>
      <pc:sldChg chg="modSp">
        <pc:chgData name="Niko Alaluusua" userId="S::t2alni00@students.oamk.fi::ab839e4b-ff07-456f-b958-4a71a6b85f2b" providerId="AD" clId="Web-{0758E26C-B29D-E94C-0EFE-4287BBE6358E}" dt="2026-02-08T17:21:09.949" v="192" actId="20577"/>
        <pc:sldMkLst>
          <pc:docMk/>
          <pc:sldMk cId="0" sldId="256"/>
        </pc:sldMkLst>
        <pc:spChg chg="mod">
          <ac:chgData name="Niko Alaluusua" userId="S::t2alni00@students.oamk.fi::ab839e4b-ff07-456f-b958-4a71a6b85f2b" providerId="AD" clId="Web-{0758E26C-B29D-E94C-0EFE-4287BBE6358E}" dt="2026-02-08T17:03:50.151" v="98" actId="20577"/>
          <ac:spMkLst>
            <pc:docMk/>
            <pc:sldMk cId="0" sldId="256"/>
            <ac:spMk id="20" creationId="{859BFD2F-6FEA-4047-9872-26C84A7E2CCE}"/>
          </ac:spMkLst>
        </pc:spChg>
        <pc:spChg chg="mod">
          <ac:chgData name="Niko Alaluusua" userId="S::t2alni00@students.oamk.fi::ab839e4b-ff07-456f-b958-4a71a6b85f2b" providerId="AD" clId="Web-{0758E26C-B29D-E94C-0EFE-4287BBE6358E}" dt="2026-02-08T17:01:40.449" v="44" actId="20577"/>
          <ac:spMkLst>
            <pc:docMk/>
            <pc:sldMk cId="0" sldId="256"/>
            <ac:spMk id="21" creationId="{7D212599-4D1E-487D-BEF3-D88E6AB7AD30}"/>
          </ac:spMkLst>
        </pc:spChg>
        <pc:spChg chg="mod">
          <ac:chgData name="Niko Alaluusua" userId="S::t2alni00@students.oamk.fi::ab839e4b-ff07-456f-b958-4a71a6b85f2b" providerId="AD" clId="Web-{0758E26C-B29D-E94C-0EFE-4287BBE6358E}" dt="2026-02-08T17:02:59.043" v="87" actId="14100"/>
          <ac:spMkLst>
            <pc:docMk/>
            <pc:sldMk cId="0" sldId="256"/>
            <ac:spMk id="29" creationId="{00000000-0000-0000-0000-000000000000}"/>
          </ac:spMkLst>
        </pc:spChg>
        <pc:spChg chg="mod">
          <ac:chgData name="Niko Alaluusua" userId="S::t2alni00@students.oamk.fi::ab839e4b-ff07-456f-b958-4a71a6b85f2b" providerId="AD" clId="Web-{0758E26C-B29D-E94C-0EFE-4287BBE6358E}" dt="2026-02-08T17:21:09.949" v="192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Niko Alaluusua" userId="S::t2alni00@students.oamk.fi::ab839e4b-ff07-456f-b958-4a71a6b85f2b" providerId="AD" clId="Web-{0758E26C-B29D-E94C-0EFE-4287BBE6358E}" dt="2026-02-08T17:03:16.027" v="91" actId="20577"/>
          <ac:spMkLst>
            <pc:docMk/>
            <pc:sldMk cId="0" sldId="256"/>
            <ac:spMk id="35" creationId="{00000000-0000-0000-0000-000000000000}"/>
          </ac:spMkLst>
        </pc:spChg>
      </pc:sldChg>
    </pc:docChg>
  </pc:docChgLst>
  <pc:docChgLst>
    <pc:chgData name="Veikka Koskinen" userId="S::t3kove02@students.oamk.fi::2544135e-b4d9-444b-8733-3e3b8946b51f" providerId="AD" clId="Web-{7C67A9E5-91E6-8BB2-A568-8F49C0E66D0A}"/>
    <pc:docChg chg="modSld">
      <pc:chgData name="Veikka Koskinen" userId="S::t3kove02@students.oamk.fi::2544135e-b4d9-444b-8733-3e3b8946b51f" providerId="AD" clId="Web-{7C67A9E5-91E6-8BB2-A568-8F49C0E66D0A}" dt="2026-02-20T14:59:36.522" v="16" actId="20577"/>
      <pc:docMkLst>
        <pc:docMk/>
      </pc:docMkLst>
      <pc:sldChg chg="modSp">
        <pc:chgData name="Veikka Koskinen" userId="S::t3kove02@students.oamk.fi::2544135e-b4d9-444b-8733-3e3b8946b51f" providerId="AD" clId="Web-{7C67A9E5-91E6-8BB2-A568-8F49C0E66D0A}" dt="2026-02-20T14:59:36.522" v="16" actId="20577"/>
        <pc:sldMkLst>
          <pc:docMk/>
          <pc:sldMk cId="0" sldId="256"/>
        </pc:sldMkLst>
        <pc:spChg chg="mod">
          <ac:chgData name="Veikka Koskinen" userId="S::t3kove02@students.oamk.fi::2544135e-b4d9-444b-8733-3e3b8946b51f" providerId="AD" clId="Web-{7C67A9E5-91E6-8BB2-A568-8F49C0E66D0A}" dt="2026-02-20T14:59:36.522" v="16" actId="20577"/>
          <ac:spMkLst>
            <pc:docMk/>
            <pc:sldMk cId="0" sldId="256"/>
            <ac:spMk id="29" creationId="{00000000-0000-0000-0000-000000000000}"/>
          </ac:spMkLst>
        </pc:spChg>
        <pc:spChg chg="mod">
          <ac:chgData name="Veikka Koskinen" userId="S::t3kove02@students.oamk.fi::2544135e-b4d9-444b-8733-3e3b8946b51f" providerId="AD" clId="Web-{7C67A9E5-91E6-8BB2-A568-8F49C0E66D0A}" dt="2026-02-20T14:59:16.631" v="13" actId="20577"/>
          <ac:spMkLst>
            <pc:docMk/>
            <pc:sldMk cId="0" sldId="256"/>
            <ac:spMk id="33" creationId="{00000000-0000-0000-0000-000000000000}"/>
          </ac:spMkLst>
        </pc:spChg>
      </pc:sldChg>
    </pc:docChg>
  </pc:docChgLst>
  <pc:docChgLst>
    <pc:chgData name="Veikka Koskinen" userId="S::t3kove02@students.oamk.fi::2544135e-b4d9-444b-8733-3e3b8946b51f" providerId="AD" clId="Web-{A83FF37C-77A4-E8DB-1C87-12D4E87625CD}"/>
    <pc:docChg chg="modSld">
      <pc:chgData name="Veikka Koskinen" userId="S::t3kove02@students.oamk.fi::2544135e-b4d9-444b-8733-3e3b8946b51f" providerId="AD" clId="Web-{A83FF37C-77A4-E8DB-1C87-12D4E87625CD}" dt="2026-02-20T16:54:18.821" v="4" actId="14100"/>
      <pc:docMkLst>
        <pc:docMk/>
      </pc:docMkLst>
      <pc:sldChg chg="modSp">
        <pc:chgData name="Veikka Koskinen" userId="S::t3kove02@students.oamk.fi::2544135e-b4d9-444b-8733-3e3b8946b51f" providerId="AD" clId="Web-{A83FF37C-77A4-E8DB-1C87-12D4E87625CD}" dt="2026-02-20T16:54:18.821" v="4" actId="14100"/>
        <pc:sldMkLst>
          <pc:docMk/>
          <pc:sldMk cId="0" sldId="256"/>
        </pc:sldMkLst>
        <pc:picChg chg="mod">
          <ac:chgData name="Veikka Koskinen" userId="S::t3kove02@students.oamk.fi::2544135e-b4d9-444b-8733-3e3b8946b51f" providerId="AD" clId="Web-{A83FF37C-77A4-E8DB-1C87-12D4E87625CD}" dt="2026-02-20T16:54:18.821" v="4" actId="14100"/>
          <ac:picMkLst>
            <pc:docMk/>
            <pc:sldMk cId="0" sldId="256"/>
            <ac:picMk id="5" creationId="{0C3A6AEA-13BC-DF3E-213C-BD5838D3E950}"/>
          </ac:picMkLst>
        </pc:picChg>
      </pc:sldChg>
    </pc:docChg>
  </pc:docChgLst>
  <pc:docChgLst>
    <pc:chgData name="Veikka Koskinen" userId="S::t3kove02@students.oamk.fi::2544135e-b4d9-444b-8733-3e3b8946b51f" providerId="AD" clId="Web-{B398A361-A099-B358-9F65-A65A988F9CE8}"/>
    <pc:docChg chg="modSld">
      <pc:chgData name="Veikka Koskinen" userId="S::t3kove02@students.oamk.fi::2544135e-b4d9-444b-8733-3e3b8946b51f" providerId="AD" clId="Web-{B398A361-A099-B358-9F65-A65A988F9CE8}" dt="2026-02-18T18:23:52.375" v="2" actId="20577"/>
      <pc:docMkLst>
        <pc:docMk/>
      </pc:docMkLst>
    </pc:docChg>
  </pc:docChgLst>
  <pc:docChgLst>
    <pc:chgData name="Topias Perälä" userId="S::t3peto02@students.oamk.fi::ded6b0cc-840e-48d6-bfe7-b75284e1afbf" providerId="AD" clId="Web-{D5742186-005F-A665-4320-9EF6E8F17A7D}"/>
    <pc:docChg chg="modSld">
      <pc:chgData name="Topias Perälä" userId="S::t3peto02@students.oamk.fi::ded6b0cc-840e-48d6-bfe7-b75284e1afbf" providerId="AD" clId="Web-{D5742186-005F-A665-4320-9EF6E8F17A7D}" dt="2026-02-20T21:18:28.571" v="766" actId="20577"/>
      <pc:docMkLst>
        <pc:docMk/>
      </pc:docMkLst>
      <pc:sldChg chg="modSp">
        <pc:chgData name="Topias Perälä" userId="S::t3peto02@students.oamk.fi::ded6b0cc-840e-48d6-bfe7-b75284e1afbf" providerId="AD" clId="Web-{D5742186-005F-A665-4320-9EF6E8F17A7D}" dt="2026-02-20T21:18:28.571" v="766" actId="20577"/>
        <pc:sldMkLst>
          <pc:docMk/>
          <pc:sldMk cId="0" sldId="256"/>
        </pc:sldMkLst>
        <pc:spChg chg="mod">
          <ac:chgData name="Topias Perälä" userId="S::t3peto02@students.oamk.fi::ded6b0cc-840e-48d6-bfe7-b75284e1afbf" providerId="AD" clId="Web-{D5742186-005F-A665-4320-9EF6E8F17A7D}" dt="2026-02-20T21:16:06.503" v="681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Topias Perälä" userId="S::t3peto02@students.oamk.fi::ded6b0cc-840e-48d6-bfe7-b75284e1afbf" providerId="AD" clId="Web-{D5742186-005F-A665-4320-9EF6E8F17A7D}" dt="2026-02-20T21:16:42.112" v="687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Topias Perälä" userId="S::t3peto02@students.oamk.fi::ded6b0cc-840e-48d6-bfe7-b75284e1afbf" providerId="AD" clId="Web-{D5742186-005F-A665-4320-9EF6E8F17A7D}" dt="2026-02-20T21:18:28.571" v="766" actId="20577"/>
          <ac:spMkLst>
            <pc:docMk/>
            <pc:sldMk cId="0" sldId="256"/>
            <ac:spMk id="35" creationId="{00000000-0000-0000-0000-000000000000}"/>
          </ac:spMkLst>
        </pc:spChg>
        <pc:picChg chg="mod">
          <ac:chgData name="Topias Perälä" userId="S::t3peto02@students.oamk.fi::ded6b0cc-840e-48d6-bfe7-b75284e1afbf" providerId="AD" clId="Web-{D5742186-005F-A665-4320-9EF6E8F17A7D}" dt="2026-02-20T21:17:22.018" v="690" actId="1076"/>
          <ac:picMkLst>
            <pc:docMk/>
            <pc:sldMk cId="0" sldId="256"/>
            <ac:picMk id="4" creationId="{3DBDC6C3-40A5-1C84-1E1F-434D7789BFC6}"/>
          </ac:picMkLst>
        </pc:picChg>
        <pc:picChg chg="mod">
          <ac:chgData name="Topias Perälä" userId="S::t3peto02@students.oamk.fi::ded6b0cc-840e-48d6-bfe7-b75284e1afbf" providerId="AD" clId="Web-{D5742186-005F-A665-4320-9EF6E8F17A7D}" dt="2026-02-20T21:15:31.034" v="669" actId="1076"/>
          <ac:picMkLst>
            <pc:docMk/>
            <pc:sldMk cId="0" sldId="256"/>
            <ac:picMk id="6" creationId="{55469617-11BF-ED89-AD57-E2D07C89C1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4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fi-FI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fi-FI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hree conten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50215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3"/>
          </p:nvPr>
        </p:nvSpPr>
        <p:spPr>
          <a:xfrm>
            <a:off x="638913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502152" y="2757268"/>
            <a:ext cx="8700800" cy="85271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00"/>
              </a:spcBef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nten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502152" y="2765250"/>
            <a:ext cx="4307340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2"/>
          </p:nvPr>
        </p:nvSpPr>
        <p:spPr>
          <a:xfrm>
            <a:off x="4898392" y="2765250"/>
            <a:ext cx="4304562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Arial Narrow"/>
              <a:buNone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502152" y="1720777"/>
            <a:ext cx="8700800" cy="6450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300" b="0" i="0" u="none" strike="noStrike" cap="none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12" name="Shape 12"/>
          <p:cNvCxnSpPr/>
          <p:nvPr/>
        </p:nvCxnSpPr>
        <p:spPr>
          <a:xfrm>
            <a:off x="502152" y="2479383"/>
            <a:ext cx="8700800" cy="0"/>
          </a:xfrm>
          <a:prstGeom prst="straightConnector1">
            <a:avLst/>
          </a:prstGeom>
          <a:noFill/>
          <a:ln w="9525" cap="flat" cmpd="sng">
            <a:solidFill>
              <a:srgbClr val="FC740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Shape 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828" y="308876"/>
            <a:ext cx="2886456" cy="3627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yhma-19/ryhma-19-project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487427" y="11666664"/>
            <a:ext cx="8700800" cy="284477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fi-FI" sz="1200" b="0" i="0" u="none" strike="noStrike" cap="none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398248" y="12076837"/>
            <a:ext cx="8700800" cy="520627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 lvl="0">
              <a:buSzPct val="25000"/>
            </a:pPr>
            <a:r>
              <a:rPr lang="fi-FI" sz="1200" b="0" i="0" u="none" strike="noStrike" cap="none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Posterin julkaisupäivä: </a:t>
            </a:r>
            <a:r>
              <a:rPr lang="fi-FI" sz="1200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27.2.2026</a:t>
            </a:r>
            <a:endParaRPr lang="fi-FI" sz="1200" b="0" i="0" u="none" strike="noStrike" cap="none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>
              <a:buSzPct val="25000"/>
            </a:pPr>
            <a:r>
              <a:rPr lang="fi-FI" sz="1200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Työryhmä: Niko </a:t>
            </a:r>
            <a:r>
              <a:rPr lang="fi-FI" sz="1200" err="1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Alaluusua</a:t>
            </a:r>
            <a:r>
              <a:rPr lang="fi-FI" sz="1200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, Veikka Koskinen, Topias Perälä</a:t>
            </a:r>
            <a:endParaRPr lang="fi-FI" sz="1200" b="0" i="0" u="none" strike="noStrike" cap="none">
              <a:solidFill>
                <a:srgbClr val="FF0000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502152" y="2735385"/>
            <a:ext cx="2813821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>
              <a:spcAft>
                <a:spcPts val="300"/>
              </a:spcAft>
              <a:buSzPct val="25000"/>
            </a:pPr>
            <a:r>
              <a:rPr lang="fi-FI" sz="1600"/>
              <a:t>Vire on urheilu- ja hyvinvointisovellus, jossa käyttäjä voi nähdä urheilusuoritustensa jälkeen </a:t>
            </a:r>
            <a:r>
              <a:rPr lang="fi-FI" sz="1600" dirty="0"/>
              <a:t>yksityiskohtaista tietoa suoritetusta liikunnasta.</a:t>
            </a:r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endParaRPr lang="fi-FI" sz="1400" dirty="0"/>
          </a:p>
          <a:p>
            <a:r>
              <a:rPr lang="fi-FI" sz="1400" i="1"/>
              <a:t>Kuva 1. Pylväsdiagrammi </a:t>
            </a:r>
            <a:r>
              <a:rPr lang="fi-FI" sz="1400" i="1" dirty="0"/>
              <a:t>askelmittarista.</a:t>
            </a:r>
            <a:endParaRPr lang="fi-FI" i="1"/>
          </a:p>
          <a:p>
            <a:endParaRPr lang="fi-FI" sz="1400" i="1" dirty="0"/>
          </a:p>
          <a:p>
            <a:r>
              <a:rPr lang="fi-FI" dirty="0"/>
              <a:t>Sovellukseen toteutettiin askelmittarin dataan perustuva </a:t>
            </a:r>
            <a:r>
              <a:rPr lang="fi-FI" b="1" dirty="0"/>
              <a:t>pylväsdiagrammi</a:t>
            </a:r>
            <a:r>
              <a:rPr lang="fi-FI" dirty="0"/>
              <a:t>, joka visualisoi käyttäjän päivittäisen aktiivisuuden. Diagrammi hakee askelmäärät reaaliaikaisesti Firebasesta ja esittää ne selkeänä päiväkohtaisena näkymänä. Visualisointi auttaa käyttäjää hahmottamaan aktiivisuustasonsa muutokset ja seuraamaan omia tavoitteitaan.</a:t>
            </a:r>
          </a:p>
          <a:p>
            <a:r>
              <a:rPr lang="fi-FI" dirty="0"/>
              <a:t>Askeldata kerätään mobiililaitteen sisäisistä sensoreista ja tallennetaan Firestore‑tietokantaan. Tämän jälkeen tiedot päivittyvät automaattisesti käyttöliittymään </a:t>
            </a:r>
            <a:r>
              <a:rPr lang="fi-FI"/>
              <a:t>ilman manuaalista päivitystä. </a:t>
            </a:r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br>
              <a:rPr lang="fi-FI" dirty="0"/>
            </a:b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  <a:p>
            <a:pPr>
              <a:spcAft>
                <a:spcPts val="300"/>
              </a:spcAft>
            </a:pPr>
            <a:endParaRPr lang="fi-FI"/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r>
              <a:rPr lang="fi-FI">
                <a:latin typeface="Calibri"/>
                <a:ea typeface="Calibri"/>
                <a:cs typeface="Calibri"/>
              </a:rPr>
              <a:t>Pylväsdiagrammi toimii sovelluksen keskeisenä hyvinvointiominaisuutena, sillä se tarjoaa käyttäjälle nopean yleiskuvan omasta liikkumisestaan.</a:t>
            </a:r>
          </a:p>
          <a:p>
            <a:pPr>
              <a:spcAft>
                <a:spcPts val="300"/>
              </a:spcAft>
            </a:pPr>
            <a:endParaRPr lang="fi-FI" b="1" dirty="0"/>
          </a:p>
          <a:p>
            <a:pPr>
              <a:spcAft>
                <a:spcPts val="300"/>
              </a:spcAft>
            </a:pPr>
            <a:r>
              <a:rPr lang="fi-FI" b="1"/>
              <a:t>Urheilusuorituksen aikana kerätty statistiikka</a:t>
            </a:r>
            <a:endParaRPr lang="fi-FI"/>
          </a:p>
          <a:p>
            <a:pPr>
              <a:spcAft>
                <a:spcPts val="300"/>
              </a:spcAft>
              <a:buSzPct val="25000"/>
            </a:pPr>
            <a:r>
              <a:rPr lang="fi-FI" dirty="0"/>
              <a:t>Urheilusuorituksen aikana sovellus käyttää kiihtyvyysanturia sekä GPS paikanninta määrittämään useampaa olennaista statistiikkaa, kuten </a:t>
            </a:r>
            <a:r>
              <a:rPr lang="fi-FI"/>
              <a:t>keskimääräistä juoksunopeutta ja kuljettua matkaa.</a:t>
            </a:r>
            <a:endParaRPr lang="fi-FI" dirty="0"/>
          </a:p>
          <a:p>
            <a:pPr>
              <a:spcAft>
                <a:spcPts val="300"/>
              </a:spcAft>
              <a:buSzPct val="25000"/>
            </a:pPr>
            <a:r>
              <a:rPr lang="fi-FI" dirty="0"/>
              <a:t>Sovellus ottaa useita GPS pisteitä juoksureitin aikana, ja vertaa näitä </a:t>
            </a:r>
            <a:r>
              <a:rPr lang="fi-FI"/>
              <a:t>segmenttejä keskenään kiihtyvyysanturin tuella mitatakseen statistiikkaa.</a:t>
            </a:r>
            <a:endParaRPr lang="fi-FI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 Narrow"/>
              <a:buNone/>
            </a:pPr>
            <a:endParaRPr lang="fi-FI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 Narrow"/>
              <a:buNone/>
            </a:pPr>
            <a:endParaRPr lang="fi-FI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 Narrow"/>
              <a:buNone/>
            </a:pPr>
            <a:endParaRPr lang="fi-FI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</a:pPr>
            <a:endParaRPr lang="fi-FI" dirty="0"/>
          </a:p>
          <a:p>
            <a:pPr>
              <a:spcAft>
                <a:spcPts val="300"/>
              </a:spcAft>
            </a:pPr>
            <a:endParaRPr lang="fi-FI" dirty="0"/>
          </a:p>
          <a:p>
            <a:pPr>
              <a:spcAft>
                <a:spcPts val="300"/>
              </a:spcAft>
            </a:pPr>
            <a:endParaRPr lang="fi-FI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r>
              <a:rPr lang="fi-FI" sz="1400" i="1"/>
              <a:t>Kuva 2: Viivadiagrammi keskivauhdista yksittäisen suorituksen aikana.</a:t>
            </a:r>
            <a:endParaRPr lang="fi-FI" sz="1400"/>
          </a:p>
        </p:txBody>
      </p:sp>
      <p:sp>
        <p:nvSpPr>
          <p:cNvPr id="35" name="Shape 35"/>
          <p:cNvSpPr txBox="1">
            <a:spLocks noGrp="1"/>
          </p:cNvSpPr>
          <p:nvPr>
            <p:ph type="body" idx="3"/>
          </p:nvPr>
        </p:nvSpPr>
        <p:spPr>
          <a:xfrm>
            <a:off x="6389125" y="2735385"/>
            <a:ext cx="2813700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fi-FI" sz="1500" b="0" i="1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>
              <a:spcAft>
                <a:spcPts val="300"/>
              </a:spcAft>
              <a:buSzPct val="25000"/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endParaRPr lang="fi-FI" i="1" dirty="0"/>
          </a:p>
          <a:p>
            <a:pPr>
              <a:spcAft>
                <a:spcPts val="300"/>
              </a:spcAft>
            </a:pPr>
            <a:r>
              <a:rPr lang="fi-FI" sz="1400" i="1"/>
              <a:t>Kuva 3: Viivadiagrammit useamman </a:t>
            </a:r>
            <a:r>
              <a:rPr lang="fi-FI" sz="1400" i="1" dirty="0"/>
              <a:t>suorituksen ajalta (suorituksia datassa kaksi) kuvaavat edistystä matkan ja </a:t>
            </a:r>
            <a:r>
              <a:rPr lang="fi-FI" sz="1400" i="1"/>
              <a:t>keskivauhdin suhteen.</a:t>
            </a:r>
            <a:endParaRPr lang="fi-FI" sz="1400"/>
          </a:p>
          <a:p>
            <a:pPr marL="0" marR="0" lvl="0" indent="0" algn="l">
              <a:lnSpc>
                <a:spcPct val="100000"/>
              </a:lnSpc>
              <a:spcBef>
                <a:spcPts val="300"/>
              </a:spcBef>
              <a:buSzPct val="25000"/>
              <a:buFont typeface="Arial Narrow"/>
              <a:buNone/>
            </a:pPr>
            <a:endParaRPr lang="fi-FI" u="none" strike="noStrike" cap="none" dirty="0">
              <a:latin typeface="Arial Narrow"/>
              <a:ea typeface="Arial Narrow"/>
              <a:cs typeface="Arial Narrow"/>
            </a:endParaRPr>
          </a:p>
          <a:p>
            <a:pPr>
              <a:spcAft>
                <a:spcPts val="300"/>
              </a:spcAft>
              <a:buSzPct val="25000"/>
            </a:pPr>
            <a:r>
              <a:rPr lang="fi-FI" dirty="0"/>
              <a:t>Sovellus kykenee näyttämään statistiikkaa useamman urheilusuorituksen ajalta, </a:t>
            </a:r>
            <a:r>
              <a:rPr lang="fi-FI"/>
              <a:t>esimerkiksi viimeisen viikon tai kuukauden ajalta.</a:t>
            </a:r>
            <a:endParaRPr lang="fi-FI" dirty="0"/>
          </a:p>
          <a:p>
            <a:pPr>
              <a:spcAft>
                <a:spcPts val="300"/>
              </a:spcAft>
            </a:pPr>
            <a:r>
              <a:rPr lang="fi-FI" dirty="0"/>
              <a:t>Ominaisuus seurata omaa kehitystä visuaalisesti halutulla aikajaksolla edesauttaa käyttäjän ymmärrystä omasta kehityksestä, ja näin ollen </a:t>
            </a:r>
            <a:r>
              <a:rPr lang="fi-FI"/>
              <a:t>tukee sovelluksen perusajatusta.</a:t>
            </a:r>
            <a:endParaRPr lang="fi-FI" dirty="0"/>
          </a:p>
          <a:p>
            <a:pPr>
              <a:spcAft>
                <a:spcPts val="300"/>
              </a:spcAft>
            </a:pPr>
            <a:r>
              <a:rPr lang="fi-FI" dirty="0"/>
              <a:t>Sovelluksen statistiikka on yhdistetty saavutus-ominaisuuteen, joka </a:t>
            </a:r>
            <a:r>
              <a:rPr lang="fi-FI"/>
              <a:t>kannustaa käyttäjää kehittymään.</a:t>
            </a:r>
            <a:endParaRPr lang="fi-FI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71F536-44A0-4244-AEA3-2A3308C35A78}"/>
              </a:ext>
            </a:extLst>
          </p:cNvPr>
          <p:cNvSpPr txBox="1"/>
          <p:nvPr/>
        </p:nvSpPr>
        <p:spPr>
          <a:xfrm>
            <a:off x="0" y="1"/>
            <a:ext cx="9601200" cy="2512363"/>
          </a:xfrm>
          <a:prstGeom prst="rect">
            <a:avLst/>
          </a:prstGeom>
          <a:solidFill>
            <a:srgbClr val="6AA6AB"/>
          </a:solidFill>
        </p:spPr>
        <p:txBody>
          <a:bodyPr wrap="square" rtlCol="0">
            <a:spAutoFit/>
          </a:bodyPr>
          <a:lstStyle/>
          <a:p>
            <a:endParaRPr lang="fi-FI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859BFD2F-6FEA-4047-9872-26C84A7E2CCE}"/>
              </a:ext>
            </a:extLst>
          </p:cNvPr>
          <p:cNvSpPr txBox="1"/>
          <p:nvPr/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r>
              <a:rPr lang="fi-FI" sz="2400">
                <a:solidFill>
                  <a:schemeClr val="bg1"/>
                </a:solidFill>
                <a:latin typeface="Arial Narrow"/>
                <a:sym typeface="Arial Narrow"/>
              </a:rPr>
              <a:t>Vire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Shape 32">
            <a:extLst>
              <a:ext uri="{FF2B5EF4-FFF2-40B4-BE49-F238E27FC236}">
                <a16:creationId xmlns:a16="http://schemas.microsoft.com/office/drawing/2014/main" id="{7D212599-4D1E-487D-BEF3-D88E6AB7AD30}"/>
              </a:ext>
            </a:extLst>
          </p:cNvPr>
          <p:cNvSpPr txBox="1"/>
          <p:nvPr/>
        </p:nvSpPr>
        <p:spPr>
          <a:xfrm>
            <a:off x="392870" y="1710274"/>
            <a:ext cx="8700800" cy="661585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>
              <a:buSzPct val="25000"/>
            </a:pPr>
            <a:r>
              <a:rPr lang="fi-FI" sz="1200">
                <a:solidFill>
                  <a:schemeClr val="bg1"/>
                </a:solidFill>
                <a:latin typeface="Arial Narrow"/>
                <a:ea typeface="Arial Narrow"/>
                <a:cs typeface="Arial Narrow"/>
              </a:rPr>
              <a:t>Topias Perälä, Veikka Koskinen, Niko Alaluusua</a:t>
            </a:r>
          </a:p>
          <a:p>
            <a:r>
              <a:rPr lang="fi-FI" sz="1200">
                <a:solidFill>
                  <a:schemeClr val="bg1"/>
                </a:solidFill>
                <a:latin typeface="Arial Narrow"/>
                <a:ea typeface="Arial Narrow"/>
                <a:sym typeface="Arial Narrow"/>
              </a:rPr>
              <a:t>Tietotekniikan tutkinto-ohjelma, ohjelmistokehitys </a:t>
            </a:r>
            <a:endParaRPr lang="fi-FI">
              <a:solidFill>
                <a:schemeClr val="bg1"/>
              </a:solidFill>
              <a:ea typeface="Arial Narrow"/>
              <a:sym typeface="Arial Narrow"/>
            </a:endParaRPr>
          </a:p>
          <a:p>
            <a:r>
              <a:rPr lang="fi-FI" sz="1200">
                <a:solidFill>
                  <a:schemeClr val="bg1"/>
                </a:solidFill>
                <a:latin typeface="Arial Narrow"/>
                <a:ea typeface="Arial Narrow"/>
                <a:sym typeface="Arial Narrow"/>
              </a:rPr>
              <a:t>Mobiilikehitysprojekti 15op</a:t>
            </a:r>
            <a:endParaRPr lang="fi-FI">
              <a:solidFill>
                <a:schemeClr val="bg1"/>
              </a:solidFill>
              <a:ea typeface="Arial Narrow"/>
            </a:endParaRPr>
          </a:p>
          <a:p>
            <a:r>
              <a:rPr lang="fi-FI" sz="1200">
                <a:solidFill>
                  <a:schemeClr val="bg1"/>
                </a:solidFill>
                <a:latin typeface="Arial Narrow"/>
                <a:sym typeface="Arial Narrow"/>
              </a:rPr>
              <a:t>Github linkki: </a:t>
            </a:r>
            <a:r>
              <a:rPr lang="fi-FI" sz="1200">
                <a:solidFill>
                  <a:schemeClr val="bg1"/>
                </a:solidFill>
                <a:sym typeface="Arial Narr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https://github.com/Ryhma-19/ryhma-19-project</a:t>
            </a:r>
            <a:endParaRPr lang="fi-FI" sz="1200">
              <a:solidFill>
                <a:schemeClr val="bg1"/>
              </a:solidFill>
              <a:latin typeface="Arial Narrow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0F3090-C75C-4395-BF3C-A952D427D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708" y="142675"/>
            <a:ext cx="3176416" cy="76706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0C3A6AEA-13BC-DF3E-213C-BD5838D3E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8" y="4330297"/>
            <a:ext cx="1702415" cy="2371448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DBDC6C3-40A5-1C84-1E1F-434D7789BF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734" y="2694978"/>
            <a:ext cx="2851465" cy="4497548"/>
          </a:xfrm>
          <a:prstGeom prst="rect">
            <a:avLst/>
          </a:prstGeom>
        </p:spPr>
      </p:pic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55469617-11BF-ED89-AD57-E2D07C89C1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090" y="8454442"/>
            <a:ext cx="2802100" cy="18726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amk oranssi">
  <a:themeElements>
    <a:clrScheme name="Oamk oranssi 2">
      <a:dk1>
        <a:srgbClr val="000000"/>
      </a:dk1>
      <a:lt1>
        <a:srgbClr val="FFFFFF"/>
      </a:lt1>
      <a:dk2>
        <a:srgbClr val="FD7813"/>
      </a:dk2>
      <a:lt2>
        <a:srgbClr val="E6E6E6"/>
      </a:lt2>
      <a:accent1>
        <a:srgbClr val="FD7813"/>
      </a:accent1>
      <a:accent2>
        <a:srgbClr val="FFA558"/>
      </a:accent2>
      <a:accent3>
        <a:srgbClr val="FFBC86"/>
      </a:accent3>
      <a:accent4>
        <a:srgbClr val="FFD3B1"/>
      </a:accent4>
      <a:accent5>
        <a:srgbClr val="FFE9D9"/>
      </a:accent5>
      <a:accent6>
        <a:srgbClr val="F7F4EC"/>
      </a:accent6>
      <a:hlink>
        <a:srgbClr val="2E809E"/>
      </a:hlink>
      <a:folHlink>
        <a:srgbClr val="3CA5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634F5279FD214EA894D598E22511E0" ma:contentTypeVersion="7" ma:contentTypeDescription="Create a new document." ma:contentTypeScope="" ma:versionID="2b81a473cadc0f90526cff5f99db0444">
  <xsd:schema xmlns:xsd="http://www.w3.org/2001/XMLSchema" xmlns:xs="http://www.w3.org/2001/XMLSchema" xmlns:p="http://schemas.microsoft.com/office/2006/metadata/properties" xmlns:ns2="1a778db1-bc2d-4f39-b374-cc7e39ea396a" targetNamespace="http://schemas.microsoft.com/office/2006/metadata/properties" ma:root="true" ma:fieldsID="11ba3c5da9346e2802cf78594aa31cb9" ns2:_="">
    <xsd:import namespace="1a778db1-bc2d-4f39-b374-cc7e39ea39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78db1-bc2d-4f39-b374-cc7e39ea39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9E5E07-6973-4834-8123-AE2818BC4D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D3F422-A464-4EF5-B7D2-836B56BC4FE8}">
  <ds:schemaRefs>
    <ds:schemaRef ds:uri="1a778db1-bc2d-4f39-b374-cc7e39ea39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B17272-7157-436D-BAF2-D10C5011F1F1}">
  <ds:schemaRefs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9f9ce49a-5101-4aa3-8c75-0d5935ad6525}" enabled="0" method="" siteId="{9f9ce49a-5101-4aa3-8c75-0d5935ad652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A3 Paper (297x420 mm)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Oamk oranssi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Posterikypsyysnäyte</dc:title>
  <dc:creator>Oamk Tietotekniikka</dc:creator>
  <cp:revision>129</cp:revision>
  <dcterms:modified xsi:type="dcterms:W3CDTF">2026-02-20T21:18:34Z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0x010100DB634F5279FD214EA894D598E22511E0</vt:lpwstr>
  </property>
</Properties>
</file>